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B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13"/>
  </p:normalViewPr>
  <p:slideViewPr>
    <p:cSldViewPr snapToGrid="0">
      <p:cViewPr>
        <p:scale>
          <a:sx n="90" d="100"/>
          <a:sy n="90" d="100"/>
        </p:scale>
        <p:origin x="232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AE33C5-3316-5443-81CA-E208B8EAE08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5DBC45A0-8D46-AD4B-9872-838592B7D726}">
      <dgm:prSet/>
      <dgm:spPr>
        <a:solidFill>
          <a:srgbClr val="4FB848"/>
        </a:solidFill>
        <a:ln>
          <a:noFill/>
        </a:ln>
      </dgm:spPr>
      <dgm:t>
        <a:bodyPr/>
        <a:lstStyle/>
        <a:p>
          <a:r>
            <a:rPr lang="es-ES" dirty="0"/>
            <a:t>Plan gratuito</a:t>
          </a:r>
        </a:p>
      </dgm:t>
    </dgm:pt>
    <dgm:pt modelId="{AC66623C-89F0-C74C-95AD-30F0D2C2D942}" type="parTrans" cxnId="{FE25A458-DBD0-0D41-B4A1-066B0C1E801C}">
      <dgm:prSet/>
      <dgm:spPr/>
      <dgm:t>
        <a:bodyPr/>
        <a:lstStyle/>
        <a:p>
          <a:endParaRPr lang="es-ES"/>
        </a:p>
      </dgm:t>
    </dgm:pt>
    <dgm:pt modelId="{E83EF243-4508-EC4C-9423-4B4481514ABC}" type="sibTrans" cxnId="{FE25A458-DBD0-0D41-B4A1-066B0C1E801C}">
      <dgm:prSet/>
      <dgm:spPr/>
      <dgm:t>
        <a:bodyPr/>
        <a:lstStyle/>
        <a:p>
          <a:endParaRPr lang="es-ES"/>
        </a:p>
      </dgm:t>
    </dgm:pt>
    <dgm:pt modelId="{BCC09442-7BAF-FB4B-98DC-8A13D4F1C0AA}">
      <dgm:prSet/>
      <dgm:spPr>
        <a:solidFill>
          <a:srgbClr val="4FB848"/>
        </a:solidFill>
        <a:ln>
          <a:noFill/>
        </a:ln>
      </dgm:spPr>
      <dgm:t>
        <a:bodyPr/>
        <a:lstStyle/>
        <a:p>
          <a:r>
            <a:rPr lang="es-ES" dirty="0"/>
            <a:t>Plan básico:</a:t>
          </a:r>
        </a:p>
      </dgm:t>
    </dgm:pt>
    <dgm:pt modelId="{47C8DDA1-DBF1-ED4A-96EE-BB3416511C3C}" type="parTrans" cxnId="{A58DC59D-02BE-0E4F-96DE-88169AB2EA54}">
      <dgm:prSet/>
      <dgm:spPr/>
      <dgm:t>
        <a:bodyPr/>
        <a:lstStyle/>
        <a:p>
          <a:endParaRPr lang="es-ES"/>
        </a:p>
      </dgm:t>
    </dgm:pt>
    <dgm:pt modelId="{82FF22FF-8EBA-CF47-A699-589A5583489B}" type="sibTrans" cxnId="{A58DC59D-02BE-0E4F-96DE-88169AB2EA54}">
      <dgm:prSet/>
      <dgm:spPr/>
      <dgm:t>
        <a:bodyPr/>
        <a:lstStyle/>
        <a:p>
          <a:endParaRPr lang="es-ES"/>
        </a:p>
      </dgm:t>
    </dgm:pt>
    <dgm:pt modelId="{B4ACCCB4-C44D-EA42-BE73-80B093EF7222}">
      <dgm:prSet/>
      <dgm:spPr>
        <a:solidFill>
          <a:srgbClr val="4FB848"/>
        </a:solidFill>
        <a:ln>
          <a:noFill/>
        </a:ln>
      </dgm:spPr>
      <dgm:t>
        <a:bodyPr/>
        <a:lstStyle/>
        <a:p>
          <a:r>
            <a:rPr lang="es-ES" dirty="0"/>
            <a:t>Plan premium:</a:t>
          </a:r>
        </a:p>
      </dgm:t>
    </dgm:pt>
    <dgm:pt modelId="{1608849B-629A-7542-8FB7-B076E03E11E5}" type="parTrans" cxnId="{993FB6AA-509B-9840-A594-5A034E6486FA}">
      <dgm:prSet/>
      <dgm:spPr/>
      <dgm:t>
        <a:bodyPr/>
        <a:lstStyle/>
        <a:p>
          <a:endParaRPr lang="es-ES"/>
        </a:p>
      </dgm:t>
    </dgm:pt>
    <dgm:pt modelId="{4A770BBC-3A02-D940-B6D7-90CE68F985FD}" type="sibTrans" cxnId="{993FB6AA-509B-9840-A594-5A034E6486FA}">
      <dgm:prSet/>
      <dgm:spPr/>
      <dgm:t>
        <a:bodyPr/>
        <a:lstStyle/>
        <a:p>
          <a:endParaRPr lang="es-ES"/>
        </a:p>
      </dgm:t>
    </dgm:pt>
    <dgm:pt modelId="{EAF907DC-871E-A640-93F6-72CBAC03138B}">
      <dgm:prSet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es-ES" dirty="0"/>
            <a:t>La aplicación permite al usuario usar los mapas propios, así como agendar una  cita con un “Ayudante” para unas horas con un mínimo de 2 días de antelación</a:t>
          </a:r>
        </a:p>
      </dgm:t>
    </dgm:pt>
    <dgm:pt modelId="{B2E11C17-4795-4C4A-BB3F-4C2C0303BFA9}" type="parTrans" cxnId="{39C3B60C-A244-5940-BD03-C3A0F1F15701}">
      <dgm:prSet/>
      <dgm:spPr/>
      <dgm:t>
        <a:bodyPr/>
        <a:lstStyle/>
        <a:p>
          <a:endParaRPr lang="es-ES"/>
        </a:p>
      </dgm:t>
    </dgm:pt>
    <dgm:pt modelId="{740F4C36-625C-354D-98FC-B8925435E623}" type="sibTrans" cxnId="{39C3B60C-A244-5940-BD03-C3A0F1F15701}">
      <dgm:prSet/>
      <dgm:spPr/>
      <dgm:t>
        <a:bodyPr/>
        <a:lstStyle/>
        <a:p>
          <a:endParaRPr lang="es-ES"/>
        </a:p>
      </dgm:t>
    </dgm:pt>
    <dgm:pt modelId="{A548F71D-1299-B745-911F-E55E4C05D830}">
      <dgm:prSet/>
      <dgm:spPr>
        <a:solidFill>
          <a:schemeClr val="bg1">
            <a:lumMod val="85000"/>
            <a:alpha val="90000"/>
          </a:schemeClr>
        </a:solidFill>
        <a:ln>
          <a:noFill/>
        </a:ln>
      </dgm:spPr>
      <dgm:t>
        <a:bodyPr/>
        <a:lstStyle/>
        <a:p>
          <a:r>
            <a:rPr lang="es-ES" dirty="0"/>
            <a:t>La aplicación permite agendar una cita con un "Ayudante" hasta 30 minutos antes de la hora establecida.</a:t>
          </a:r>
        </a:p>
      </dgm:t>
    </dgm:pt>
    <dgm:pt modelId="{F94EDF45-257B-EF4F-8CC5-728E047B8B84}" type="parTrans" cxnId="{4EC29B30-8F5A-1D4B-B013-9A4BB8E61AAA}">
      <dgm:prSet/>
      <dgm:spPr/>
      <dgm:t>
        <a:bodyPr/>
        <a:lstStyle/>
        <a:p>
          <a:endParaRPr lang="es-ES"/>
        </a:p>
      </dgm:t>
    </dgm:pt>
    <dgm:pt modelId="{7ADB47CE-042E-A744-A36C-DEC68284C094}" type="sibTrans" cxnId="{4EC29B30-8F5A-1D4B-B013-9A4BB8E61AAA}">
      <dgm:prSet/>
      <dgm:spPr/>
      <dgm:t>
        <a:bodyPr/>
        <a:lstStyle/>
        <a:p>
          <a:endParaRPr lang="es-ES"/>
        </a:p>
      </dgm:t>
    </dgm:pt>
    <dgm:pt modelId="{77F02F83-9DE7-7F43-A5F2-CF75A1D07FD9}">
      <dgm:prSet/>
      <dgm:spPr>
        <a:solidFill>
          <a:schemeClr val="bg1">
            <a:lumMod val="85000"/>
          </a:schemeClr>
        </a:solidFill>
        <a:ln>
          <a:noFill/>
        </a:ln>
      </dgm:spPr>
      <dgm:t>
        <a:bodyPr/>
        <a:lstStyle/>
        <a:p>
          <a:r>
            <a:rPr lang="es-ES" dirty="0"/>
            <a:t>La aplicación permite hacer uso de los “Ayudantes” sin un coste extra durante 10 trayectos con los mismos tiempos que el plan básico</a:t>
          </a:r>
        </a:p>
      </dgm:t>
    </dgm:pt>
    <dgm:pt modelId="{9E04C7AF-6E82-7F4D-B0EE-43FB1C880AC0}" type="parTrans" cxnId="{95640821-5A9B-D045-B680-FB78B4DE8155}">
      <dgm:prSet/>
      <dgm:spPr/>
      <dgm:t>
        <a:bodyPr/>
        <a:lstStyle/>
        <a:p>
          <a:endParaRPr lang="es-ES"/>
        </a:p>
      </dgm:t>
    </dgm:pt>
    <dgm:pt modelId="{559E512A-199C-A945-BA5C-B094C17D1A7B}" type="sibTrans" cxnId="{95640821-5A9B-D045-B680-FB78B4DE8155}">
      <dgm:prSet/>
      <dgm:spPr/>
      <dgm:t>
        <a:bodyPr/>
        <a:lstStyle/>
        <a:p>
          <a:endParaRPr lang="es-ES"/>
        </a:p>
      </dgm:t>
    </dgm:pt>
    <dgm:pt modelId="{06928917-39FB-3D43-9646-F34F849D4F3B}" type="pres">
      <dgm:prSet presAssocID="{B2AE33C5-3316-5443-81CA-E208B8EAE082}" presName="Name0" presStyleCnt="0">
        <dgm:presLayoutVars>
          <dgm:dir/>
          <dgm:animLvl val="lvl"/>
          <dgm:resizeHandles val="exact"/>
        </dgm:presLayoutVars>
      </dgm:prSet>
      <dgm:spPr/>
    </dgm:pt>
    <dgm:pt modelId="{4763665A-6D69-8D44-A3E3-34A9B8A3B6C7}" type="pres">
      <dgm:prSet presAssocID="{5DBC45A0-8D46-AD4B-9872-838592B7D726}" presName="composite" presStyleCnt="0"/>
      <dgm:spPr/>
    </dgm:pt>
    <dgm:pt modelId="{ACBEE98C-90A1-1345-9281-64BE5DD78C9D}" type="pres">
      <dgm:prSet presAssocID="{5DBC45A0-8D46-AD4B-9872-838592B7D72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DFCE9F09-8590-B94E-A743-699CFAA4462D}" type="pres">
      <dgm:prSet presAssocID="{5DBC45A0-8D46-AD4B-9872-838592B7D726}" presName="desTx" presStyleLbl="alignAccFollowNode1" presStyleIdx="0" presStyleCnt="3">
        <dgm:presLayoutVars>
          <dgm:bulletEnabled val="1"/>
        </dgm:presLayoutVars>
      </dgm:prSet>
      <dgm:spPr/>
    </dgm:pt>
    <dgm:pt modelId="{B558505D-0C25-964E-84E6-13FC127DEDCE}" type="pres">
      <dgm:prSet presAssocID="{E83EF243-4508-EC4C-9423-4B4481514ABC}" presName="space" presStyleCnt="0"/>
      <dgm:spPr/>
    </dgm:pt>
    <dgm:pt modelId="{B1B06335-47AA-6147-B543-07ECA35CBF39}" type="pres">
      <dgm:prSet presAssocID="{BCC09442-7BAF-FB4B-98DC-8A13D4F1C0AA}" presName="composite" presStyleCnt="0"/>
      <dgm:spPr/>
    </dgm:pt>
    <dgm:pt modelId="{3B42FA3F-6349-0641-844D-687E6A789385}" type="pres">
      <dgm:prSet presAssocID="{BCC09442-7BAF-FB4B-98DC-8A13D4F1C0A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73FBCBD-545D-1746-AACB-84575FBB37C9}" type="pres">
      <dgm:prSet presAssocID="{BCC09442-7BAF-FB4B-98DC-8A13D4F1C0AA}" presName="desTx" presStyleLbl="alignAccFollowNode1" presStyleIdx="1" presStyleCnt="3">
        <dgm:presLayoutVars>
          <dgm:bulletEnabled val="1"/>
        </dgm:presLayoutVars>
      </dgm:prSet>
      <dgm:spPr/>
    </dgm:pt>
    <dgm:pt modelId="{5A3C1F14-EF1B-5949-A68F-81D36EF07A92}" type="pres">
      <dgm:prSet presAssocID="{82FF22FF-8EBA-CF47-A699-589A5583489B}" presName="space" presStyleCnt="0"/>
      <dgm:spPr/>
    </dgm:pt>
    <dgm:pt modelId="{5D8AD4FB-CB40-7443-BA65-B531800F0C0D}" type="pres">
      <dgm:prSet presAssocID="{B4ACCCB4-C44D-EA42-BE73-80B093EF7222}" presName="composite" presStyleCnt="0"/>
      <dgm:spPr/>
    </dgm:pt>
    <dgm:pt modelId="{F6CDC613-16CF-3E44-92F1-83E2A1AF04B2}" type="pres">
      <dgm:prSet presAssocID="{B4ACCCB4-C44D-EA42-BE73-80B093EF722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8331D41-F229-8E4C-8386-EF56EF13E320}" type="pres">
      <dgm:prSet presAssocID="{B4ACCCB4-C44D-EA42-BE73-80B093EF7222}" presName="desTx" presStyleLbl="alignAccFollowNode1" presStyleIdx="2" presStyleCnt="3">
        <dgm:presLayoutVars>
          <dgm:bulletEnabled val="1"/>
        </dgm:presLayoutVars>
      </dgm:prSet>
      <dgm:spPr>
        <a:ln>
          <a:noFill/>
        </a:ln>
      </dgm:spPr>
    </dgm:pt>
  </dgm:ptLst>
  <dgm:cxnLst>
    <dgm:cxn modelId="{39C3B60C-A244-5940-BD03-C3A0F1F15701}" srcId="{5DBC45A0-8D46-AD4B-9872-838592B7D726}" destId="{EAF907DC-871E-A640-93F6-72CBAC03138B}" srcOrd="0" destOrd="0" parTransId="{B2E11C17-4795-4C4A-BB3F-4C2C0303BFA9}" sibTransId="{740F4C36-625C-354D-98FC-B8925435E623}"/>
    <dgm:cxn modelId="{95640821-5A9B-D045-B680-FB78B4DE8155}" srcId="{B4ACCCB4-C44D-EA42-BE73-80B093EF7222}" destId="{77F02F83-9DE7-7F43-A5F2-CF75A1D07FD9}" srcOrd="0" destOrd="0" parTransId="{9E04C7AF-6E82-7F4D-B0EE-43FB1C880AC0}" sibTransId="{559E512A-199C-A945-BA5C-B094C17D1A7B}"/>
    <dgm:cxn modelId="{4EC29B30-8F5A-1D4B-B013-9A4BB8E61AAA}" srcId="{BCC09442-7BAF-FB4B-98DC-8A13D4F1C0AA}" destId="{A548F71D-1299-B745-911F-E55E4C05D830}" srcOrd="0" destOrd="0" parTransId="{F94EDF45-257B-EF4F-8CC5-728E047B8B84}" sibTransId="{7ADB47CE-042E-A744-A36C-DEC68284C094}"/>
    <dgm:cxn modelId="{FE25A458-DBD0-0D41-B4A1-066B0C1E801C}" srcId="{B2AE33C5-3316-5443-81CA-E208B8EAE082}" destId="{5DBC45A0-8D46-AD4B-9872-838592B7D726}" srcOrd="0" destOrd="0" parTransId="{AC66623C-89F0-C74C-95AD-30F0D2C2D942}" sibTransId="{E83EF243-4508-EC4C-9423-4B4481514ABC}"/>
    <dgm:cxn modelId="{A8AC145C-AD6F-5F45-AD89-DDBB2299BD27}" type="presOf" srcId="{B4ACCCB4-C44D-EA42-BE73-80B093EF7222}" destId="{F6CDC613-16CF-3E44-92F1-83E2A1AF04B2}" srcOrd="0" destOrd="0" presId="urn:microsoft.com/office/officeart/2005/8/layout/hList1"/>
    <dgm:cxn modelId="{F02C6086-CE2B-2345-A448-B6D533B86D02}" type="presOf" srcId="{B2AE33C5-3316-5443-81CA-E208B8EAE082}" destId="{06928917-39FB-3D43-9646-F34F849D4F3B}" srcOrd="0" destOrd="0" presId="urn:microsoft.com/office/officeart/2005/8/layout/hList1"/>
    <dgm:cxn modelId="{26B87187-6D44-D649-A270-B50D71769ECA}" type="presOf" srcId="{5DBC45A0-8D46-AD4B-9872-838592B7D726}" destId="{ACBEE98C-90A1-1345-9281-64BE5DD78C9D}" srcOrd="0" destOrd="0" presId="urn:microsoft.com/office/officeart/2005/8/layout/hList1"/>
    <dgm:cxn modelId="{0005A58E-6C3A-F543-BECC-5F47EC0A878D}" type="presOf" srcId="{EAF907DC-871E-A640-93F6-72CBAC03138B}" destId="{DFCE9F09-8590-B94E-A743-699CFAA4462D}" srcOrd="0" destOrd="0" presId="urn:microsoft.com/office/officeart/2005/8/layout/hList1"/>
    <dgm:cxn modelId="{A58DC59D-02BE-0E4F-96DE-88169AB2EA54}" srcId="{B2AE33C5-3316-5443-81CA-E208B8EAE082}" destId="{BCC09442-7BAF-FB4B-98DC-8A13D4F1C0AA}" srcOrd="1" destOrd="0" parTransId="{47C8DDA1-DBF1-ED4A-96EE-BB3416511C3C}" sibTransId="{82FF22FF-8EBA-CF47-A699-589A5583489B}"/>
    <dgm:cxn modelId="{993FB6AA-509B-9840-A594-5A034E6486FA}" srcId="{B2AE33C5-3316-5443-81CA-E208B8EAE082}" destId="{B4ACCCB4-C44D-EA42-BE73-80B093EF7222}" srcOrd="2" destOrd="0" parTransId="{1608849B-629A-7542-8FB7-B076E03E11E5}" sibTransId="{4A770BBC-3A02-D940-B6D7-90CE68F985FD}"/>
    <dgm:cxn modelId="{2D1119AD-32DB-2747-9ABB-DAE41352B882}" type="presOf" srcId="{77F02F83-9DE7-7F43-A5F2-CF75A1D07FD9}" destId="{28331D41-F229-8E4C-8386-EF56EF13E320}" srcOrd="0" destOrd="0" presId="urn:microsoft.com/office/officeart/2005/8/layout/hList1"/>
    <dgm:cxn modelId="{2EB1D0D7-34B5-B444-AAF3-2143446013CD}" type="presOf" srcId="{BCC09442-7BAF-FB4B-98DC-8A13D4F1C0AA}" destId="{3B42FA3F-6349-0641-844D-687E6A789385}" srcOrd="0" destOrd="0" presId="urn:microsoft.com/office/officeart/2005/8/layout/hList1"/>
    <dgm:cxn modelId="{0463F5FE-C687-BE4F-9C33-B006FE65855B}" type="presOf" srcId="{A548F71D-1299-B745-911F-E55E4C05D830}" destId="{D73FBCBD-545D-1746-AACB-84575FBB37C9}" srcOrd="0" destOrd="0" presId="urn:microsoft.com/office/officeart/2005/8/layout/hList1"/>
    <dgm:cxn modelId="{1DB4E930-002C-F143-839D-ED36611E19DB}" type="presParOf" srcId="{06928917-39FB-3D43-9646-F34F849D4F3B}" destId="{4763665A-6D69-8D44-A3E3-34A9B8A3B6C7}" srcOrd="0" destOrd="0" presId="urn:microsoft.com/office/officeart/2005/8/layout/hList1"/>
    <dgm:cxn modelId="{6113B90A-92AE-304E-A177-7B25D30E26DF}" type="presParOf" srcId="{4763665A-6D69-8D44-A3E3-34A9B8A3B6C7}" destId="{ACBEE98C-90A1-1345-9281-64BE5DD78C9D}" srcOrd="0" destOrd="0" presId="urn:microsoft.com/office/officeart/2005/8/layout/hList1"/>
    <dgm:cxn modelId="{E369B62A-9FE6-3144-98E6-F239CEA0D124}" type="presParOf" srcId="{4763665A-6D69-8D44-A3E3-34A9B8A3B6C7}" destId="{DFCE9F09-8590-B94E-A743-699CFAA4462D}" srcOrd="1" destOrd="0" presId="urn:microsoft.com/office/officeart/2005/8/layout/hList1"/>
    <dgm:cxn modelId="{571B2C65-D993-2D41-9947-82AB31461767}" type="presParOf" srcId="{06928917-39FB-3D43-9646-F34F849D4F3B}" destId="{B558505D-0C25-964E-84E6-13FC127DEDCE}" srcOrd="1" destOrd="0" presId="urn:microsoft.com/office/officeart/2005/8/layout/hList1"/>
    <dgm:cxn modelId="{99FA759E-3A17-CD49-80C7-D9B51CA25575}" type="presParOf" srcId="{06928917-39FB-3D43-9646-F34F849D4F3B}" destId="{B1B06335-47AA-6147-B543-07ECA35CBF39}" srcOrd="2" destOrd="0" presId="urn:microsoft.com/office/officeart/2005/8/layout/hList1"/>
    <dgm:cxn modelId="{0205DFBE-19F1-BB41-8FB1-045E679DEE8A}" type="presParOf" srcId="{B1B06335-47AA-6147-B543-07ECA35CBF39}" destId="{3B42FA3F-6349-0641-844D-687E6A789385}" srcOrd="0" destOrd="0" presId="urn:microsoft.com/office/officeart/2005/8/layout/hList1"/>
    <dgm:cxn modelId="{8A31D2B3-CAB9-424A-988F-A8AA014E6715}" type="presParOf" srcId="{B1B06335-47AA-6147-B543-07ECA35CBF39}" destId="{D73FBCBD-545D-1746-AACB-84575FBB37C9}" srcOrd="1" destOrd="0" presId="urn:microsoft.com/office/officeart/2005/8/layout/hList1"/>
    <dgm:cxn modelId="{65E55B06-D3F5-714D-B7A2-1F656F43F543}" type="presParOf" srcId="{06928917-39FB-3D43-9646-F34F849D4F3B}" destId="{5A3C1F14-EF1B-5949-A68F-81D36EF07A92}" srcOrd="3" destOrd="0" presId="urn:microsoft.com/office/officeart/2005/8/layout/hList1"/>
    <dgm:cxn modelId="{3605D29C-8787-BB47-A3DC-0B8F78E65E4D}" type="presParOf" srcId="{06928917-39FB-3D43-9646-F34F849D4F3B}" destId="{5D8AD4FB-CB40-7443-BA65-B531800F0C0D}" srcOrd="4" destOrd="0" presId="urn:microsoft.com/office/officeart/2005/8/layout/hList1"/>
    <dgm:cxn modelId="{1CDEA546-F9B4-BA42-8B5A-DCE42750CB80}" type="presParOf" srcId="{5D8AD4FB-CB40-7443-BA65-B531800F0C0D}" destId="{F6CDC613-16CF-3E44-92F1-83E2A1AF04B2}" srcOrd="0" destOrd="0" presId="urn:microsoft.com/office/officeart/2005/8/layout/hList1"/>
    <dgm:cxn modelId="{C3773EA6-BDB5-4844-91A6-6CE8E3732F30}" type="presParOf" srcId="{5D8AD4FB-CB40-7443-BA65-B531800F0C0D}" destId="{28331D41-F229-8E4C-8386-EF56EF13E32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BEE98C-90A1-1345-9281-64BE5DD78C9D}">
      <dsp:nvSpPr>
        <dsp:cNvPr id="0" name=""/>
        <dsp:cNvSpPr/>
      </dsp:nvSpPr>
      <dsp:spPr>
        <a:xfrm>
          <a:off x="3286" y="2687"/>
          <a:ext cx="3203971" cy="489600"/>
        </a:xfrm>
        <a:prstGeom prst="rect">
          <a:avLst/>
        </a:prstGeom>
        <a:solidFill>
          <a:srgbClr val="4FB848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Plan gratuito</a:t>
          </a:r>
        </a:p>
      </dsp:txBody>
      <dsp:txXfrm>
        <a:off x="3286" y="2687"/>
        <a:ext cx="3203971" cy="489600"/>
      </dsp:txXfrm>
    </dsp:sp>
    <dsp:sp modelId="{DFCE9F09-8590-B94E-A743-699CFAA4462D}">
      <dsp:nvSpPr>
        <dsp:cNvPr id="0" name=""/>
        <dsp:cNvSpPr/>
      </dsp:nvSpPr>
      <dsp:spPr>
        <a:xfrm>
          <a:off x="3286" y="492287"/>
          <a:ext cx="3203971" cy="1913265"/>
        </a:xfrm>
        <a:prstGeom prst="rect">
          <a:avLst/>
        </a:prstGeom>
        <a:solidFill>
          <a:schemeClr val="bg1">
            <a:lumMod val="85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La aplicación permite al usuario usar los mapas propios, así como agendar una  cita con un “Ayudante” para unas horas con un mínimo de 2 días de antelación</a:t>
          </a:r>
        </a:p>
      </dsp:txBody>
      <dsp:txXfrm>
        <a:off x="3286" y="492287"/>
        <a:ext cx="3203971" cy="1913265"/>
      </dsp:txXfrm>
    </dsp:sp>
    <dsp:sp modelId="{3B42FA3F-6349-0641-844D-687E6A789385}">
      <dsp:nvSpPr>
        <dsp:cNvPr id="0" name=""/>
        <dsp:cNvSpPr/>
      </dsp:nvSpPr>
      <dsp:spPr>
        <a:xfrm>
          <a:off x="3655813" y="2687"/>
          <a:ext cx="3203971" cy="489600"/>
        </a:xfrm>
        <a:prstGeom prst="rect">
          <a:avLst/>
        </a:prstGeom>
        <a:solidFill>
          <a:srgbClr val="4FB848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Plan básico:</a:t>
          </a:r>
        </a:p>
      </dsp:txBody>
      <dsp:txXfrm>
        <a:off x="3655813" y="2687"/>
        <a:ext cx="3203971" cy="489600"/>
      </dsp:txXfrm>
    </dsp:sp>
    <dsp:sp modelId="{D73FBCBD-545D-1746-AACB-84575FBB37C9}">
      <dsp:nvSpPr>
        <dsp:cNvPr id="0" name=""/>
        <dsp:cNvSpPr/>
      </dsp:nvSpPr>
      <dsp:spPr>
        <a:xfrm>
          <a:off x="3655813" y="492287"/>
          <a:ext cx="3203971" cy="1913265"/>
        </a:xfrm>
        <a:prstGeom prst="rect">
          <a:avLst/>
        </a:prstGeom>
        <a:solidFill>
          <a:schemeClr val="bg1">
            <a:lumMod val="85000"/>
            <a:alpha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La aplicación permite agendar una cita con un "Ayudante" hasta 30 minutos antes de la hora establecida.</a:t>
          </a:r>
        </a:p>
      </dsp:txBody>
      <dsp:txXfrm>
        <a:off x="3655813" y="492287"/>
        <a:ext cx="3203971" cy="1913265"/>
      </dsp:txXfrm>
    </dsp:sp>
    <dsp:sp modelId="{F6CDC613-16CF-3E44-92F1-83E2A1AF04B2}">
      <dsp:nvSpPr>
        <dsp:cNvPr id="0" name=""/>
        <dsp:cNvSpPr/>
      </dsp:nvSpPr>
      <dsp:spPr>
        <a:xfrm>
          <a:off x="7308341" y="2687"/>
          <a:ext cx="3203971" cy="489600"/>
        </a:xfrm>
        <a:prstGeom prst="rect">
          <a:avLst/>
        </a:prstGeom>
        <a:solidFill>
          <a:srgbClr val="4FB848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Plan premium:</a:t>
          </a:r>
        </a:p>
      </dsp:txBody>
      <dsp:txXfrm>
        <a:off x="7308341" y="2687"/>
        <a:ext cx="3203971" cy="489600"/>
      </dsp:txXfrm>
    </dsp:sp>
    <dsp:sp modelId="{28331D41-F229-8E4C-8386-EF56EF13E320}">
      <dsp:nvSpPr>
        <dsp:cNvPr id="0" name=""/>
        <dsp:cNvSpPr/>
      </dsp:nvSpPr>
      <dsp:spPr>
        <a:xfrm>
          <a:off x="7308341" y="492287"/>
          <a:ext cx="3203971" cy="1913265"/>
        </a:xfrm>
        <a:prstGeom prst="rect">
          <a:avLst/>
        </a:prstGeom>
        <a:solidFill>
          <a:schemeClr val="bg1">
            <a:lumMod val="85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La aplicación permite hacer uso de los “Ayudantes” sin un coste extra durante 10 trayectos con los mismos tiempos que el plan básico</a:t>
          </a:r>
        </a:p>
      </dsp:txBody>
      <dsp:txXfrm>
        <a:off x="7308341" y="492287"/>
        <a:ext cx="3203971" cy="19132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009E6-56BE-2754-483C-BD6135FD0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514C79-8365-DAF2-E765-E6B7CB801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18070C-753E-D0FC-C27F-C7585500C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8/21/24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474BCC-E323-F5B6-6ADB-FC33D6EB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F14C59-3575-624B-23AB-675FBEF7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221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BAEDC-4F22-E41B-C4FA-9DB97CF4F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D29738-ADE8-BB26-F916-0ECC2DC0B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FC2B6D-74E7-6399-A1DF-6A029F17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8/21/24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B2CA6D-95AA-0187-5DB8-D9DBD99A2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0329F7-CC59-4B20-20FD-44907EA1D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281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E0007E-D94D-D0E1-647B-9726F9BD2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DFD14E-813B-6A6A-61F8-1B17B8063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9AEFAB-6136-4C86-B215-E8263CA6D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8/21/24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402E25-40E0-1C3C-DE3D-EDD50112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82B9D6-47FE-C145-BECF-C812806A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097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1B63C-513F-5D59-2378-1DB20F575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E2EA44-90CF-F237-3558-20EF000AA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CB245F-BC24-6451-3CF4-C31B0D70A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A7BAD7-11B9-1492-68C0-A5608D085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8/21/24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9D2CFB-4CD0-32B3-0A3B-6FC0EB33F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332B5F-44B9-B028-5835-1EF8AC805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35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684BB-DFC7-F8F6-4318-AE1B031FD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0AEB1C-04DD-C0BB-A517-48735401D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5490EF-C872-1E3D-7F3D-371520FD5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55FE644-60B7-AAD0-6C04-3C9F08951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1D0F5F-42DE-E8DF-3EA8-FD68F6635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C2156C-9557-CB81-F390-43DD5CECE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8/21/24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4B131C3-A546-48AF-1949-F590FC2A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A0A33B6-D4AC-FE24-ADF5-F618038E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806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EE35E-96DD-A652-9A79-980F4A803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799753D-5BA7-E9F0-C044-BEEA4FD4C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8/21/24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30E61B-01F8-17B3-99B9-A50C356E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442175-DC96-E453-8E0A-FC083AAE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15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E487F50-7393-C6E7-E6C2-994364093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8/21/24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B3568AC-071D-6632-37E3-F7608A111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564E34-BE16-7B9F-D8FA-E41CABDD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513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402E8-9854-E573-28F8-F112C692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E0965D-B9DA-B38D-211B-15B89B753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B0661D8-EF1A-5838-2687-EF9BF6915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D33EE5-7B6A-D27C-005F-4BB7765C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8/21/24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CDDB33-40CA-F9CD-71B8-FE177A351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27B821-D474-29D4-CFC4-07ECB8AE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40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66BA3-5EA6-0590-B94C-0ED7189D5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A8EE1F2-8B4D-F554-D651-96D4A48BF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6147F3-6FD8-AEB1-9DB2-74187DD1C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F77850-815E-6C92-7714-9A13B6D0B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8/21/24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4A6FAD-5C77-DBCD-51CF-5D74D1990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EEA6D6-67A4-21F2-D46E-8B4E1ABD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78266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BAE18-A025-9123-949A-BCEC14FB7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CD974AC-80DF-8D75-E3A7-CABC8EB97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4FF17C-AA95-A14F-A0C2-69AB1ABE4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8/21/24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9A0CA7-669C-9CA1-4D03-64941C8CA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D805B0-3745-DE6E-B226-2F7AEBAD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38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A16C6D2-DD6B-EB12-D306-BA77EAF41D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689B1F-35E3-411F-F625-D9BE958D3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206477-1FFF-7535-CB95-F73C1B463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8/21/24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3FF0CD-024A-4D69-3023-F60D482F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088E82-8705-5FFC-3322-EB39CDF08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758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683CE8C-5D4B-DDE5-DCB3-26DBFDBD1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A63E1D-0605-FB21-399B-2ED98E295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C9B24F-FC2D-27DA-C417-4C31C5B30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8/21/24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2981AB-3D3D-4D08-1825-D8674245A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1DA5C3-BF5E-7C71-9C4F-1D408E73E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584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0A240309-00CF-B791-04B9-4D11C90FA41C}"/>
              </a:ext>
            </a:extLst>
          </p:cNvPr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4FB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060ADA9-DACC-6ACF-1291-2F9FDAA2D320}"/>
              </a:ext>
            </a:extLst>
          </p:cNvPr>
          <p:cNvSpPr txBox="1"/>
          <p:nvPr/>
        </p:nvSpPr>
        <p:spPr>
          <a:xfrm>
            <a:off x="2562113" y="2228671"/>
            <a:ext cx="706777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5000" dirty="0">
                <a:latin typeface="Monaco" pitchFamily="2" charset="77"/>
              </a:rPr>
              <a:t>WHEELP</a:t>
            </a:r>
          </a:p>
        </p:txBody>
      </p:sp>
    </p:spTree>
    <p:extLst>
      <p:ext uri="{BB962C8B-B14F-4D97-AF65-F5344CB8AC3E}">
        <p14:creationId xmlns:p14="http://schemas.microsoft.com/office/powerpoint/2010/main" val="2580194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5038D2A-8491-0F9A-96A6-A599AF01F668}"/>
              </a:ext>
            </a:extLst>
          </p:cNvPr>
          <p:cNvSpPr/>
          <p:nvPr/>
        </p:nvSpPr>
        <p:spPr>
          <a:xfrm>
            <a:off x="0" y="-4763"/>
            <a:ext cx="12192000" cy="1371600"/>
          </a:xfrm>
          <a:prstGeom prst="rect">
            <a:avLst/>
          </a:prstGeom>
          <a:solidFill>
            <a:srgbClr val="4FB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47219F-658D-0B3A-5C1A-1E25F9EE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13"/>
            <a:ext cx="10515600" cy="1325563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  <a:latin typeface="Monaco" pitchFamily="2" charset="77"/>
              </a:rPr>
              <a:t>ÍNDICE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A6A20FB1-8B1D-88F6-E6D0-FA6B3DF04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latin typeface="Montserrat" pitchFamily="2" charset="77"/>
              </a:rPr>
              <a:t>¿Qué es </a:t>
            </a:r>
            <a:r>
              <a:rPr lang="es-ES" dirty="0" err="1">
                <a:latin typeface="Montserrat" pitchFamily="2" charset="77"/>
              </a:rPr>
              <a:t>Wheelp</a:t>
            </a:r>
            <a:r>
              <a:rPr lang="es-ES" dirty="0">
                <a:latin typeface="Montserrat" pitchFamily="2" charset="77"/>
              </a:rPr>
              <a:t>?</a:t>
            </a:r>
          </a:p>
          <a:p>
            <a:r>
              <a:rPr lang="es-ES" dirty="0">
                <a:latin typeface="Montserrat" pitchFamily="2" charset="77"/>
              </a:rPr>
              <a:t>¿Por qué el nombre?</a:t>
            </a:r>
          </a:p>
          <a:p>
            <a:r>
              <a:rPr lang="es-ES" dirty="0">
                <a:latin typeface="Montserrat" pitchFamily="2" charset="77"/>
              </a:rPr>
              <a:t>Funcionamiento de la aplicación</a:t>
            </a:r>
          </a:p>
          <a:p>
            <a:r>
              <a:rPr lang="es-ES" dirty="0">
                <a:latin typeface="Montserrat" pitchFamily="2" charset="77"/>
              </a:rPr>
              <a:t>Sistema de suscripción</a:t>
            </a:r>
          </a:p>
          <a:p>
            <a:r>
              <a:rPr lang="es-ES" dirty="0">
                <a:latin typeface="Montserrat" pitchFamily="2" charset="77"/>
              </a:rPr>
              <a:t>Demo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D964BF2-0EB8-7B64-B741-9933560D8C37}"/>
              </a:ext>
            </a:extLst>
          </p:cNvPr>
          <p:cNvSpPr/>
          <p:nvPr/>
        </p:nvSpPr>
        <p:spPr>
          <a:xfrm flipV="1">
            <a:off x="838201" y="1577661"/>
            <a:ext cx="556845" cy="96155"/>
          </a:xfrm>
          <a:prstGeom prst="rect">
            <a:avLst/>
          </a:prstGeom>
          <a:solidFill>
            <a:srgbClr val="4FB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7440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5038D2A-8491-0F9A-96A6-A599AF01F668}"/>
              </a:ext>
            </a:extLst>
          </p:cNvPr>
          <p:cNvSpPr/>
          <p:nvPr/>
        </p:nvSpPr>
        <p:spPr>
          <a:xfrm>
            <a:off x="0" y="-4763"/>
            <a:ext cx="12192000" cy="1371600"/>
          </a:xfrm>
          <a:prstGeom prst="rect">
            <a:avLst/>
          </a:prstGeom>
          <a:solidFill>
            <a:srgbClr val="4FB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47219F-658D-0B3A-5C1A-1E25F9EE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13"/>
            <a:ext cx="10515600" cy="1325563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  <a:latin typeface="Monaco" pitchFamily="2" charset="77"/>
              </a:rPr>
              <a:t>¿QUÉ ES WHEELP?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17C39AD-9705-7DB3-DB3E-1F6C17E6FA2C}"/>
              </a:ext>
            </a:extLst>
          </p:cNvPr>
          <p:cNvSpPr txBox="1"/>
          <p:nvPr/>
        </p:nvSpPr>
        <p:spPr>
          <a:xfrm>
            <a:off x="3050381" y="3244334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A6A20FB1-8B1D-88F6-E6D0-FA6B3DF04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 err="1">
                <a:latin typeface="Montserrat" pitchFamily="2" charset="77"/>
              </a:rPr>
              <a:t>Wheelp</a:t>
            </a:r>
            <a:r>
              <a:rPr lang="es-ES" dirty="0">
                <a:latin typeface="Montserrat" pitchFamily="2" charset="77"/>
              </a:rPr>
              <a:t> es una aplicación para ayudar a la gente con alguna discapacidad, a llegar a su destino. Con la información disponible sobre la accesibilidad de un destino, </a:t>
            </a:r>
            <a:r>
              <a:rPr lang="es-ES" dirty="0" err="1">
                <a:latin typeface="Montserrat" pitchFamily="2" charset="77"/>
              </a:rPr>
              <a:t>Wheelp</a:t>
            </a:r>
            <a:r>
              <a:rPr lang="es-ES" dirty="0">
                <a:latin typeface="Montserrat" pitchFamily="2" charset="77"/>
              </a:rPr>
              <a:t> elabora la ruta más rápida teniendo en cuenta las capacidades del usuario. </a:t>
            </a:r>
          </a:p>
          <a:p>
            <a:pPr marL="0" indent="0">
              <a:buNone/>
            </a:pPr>
            <a:r>
              <a:rPr lang="es-ES" dirty="0">
                <a:latin typeface="Montserrat" pitchFamily="2" charset="77"/>
              </a:rPr>
              <a:t>Si existe un destino que no ofrezca una ruta accesible, el usuario puede pedir un “Ayudante” que le acompañará hasta el destino.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D964BF2-0EB8-7B64-B741-9933560D8C37}"/>
              </a:ext>
            </a:extLst>
          </p:cNvPr>
          <p:cNvSpPr/>
          <p:nvPr/>
        </p:nvSpPr>
        <p:spPr>
          <a:xfrm flipV="1">
            <a:off x="838201" y="1577661"/>
            <a:ext cx="556845" cy="96155"/>
          </a:xfrm>
          <a:prstGeom prst="rect">
            <a:avLst/>
          </a:prstGeom>
          <a:solidFill>
            <a:srgbClr val="4FB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6549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5038D2A-8491-0F9A-96A6-A599AF01F668}"/>
              </a:ext>
            </a:extLst>
          </p:cNvPr>
          <p:cNvSpPr/>
          <p:nvPr/>
        </p:nvSpPr>
        <p:spPr>
          <a:xfrm>
            <a:off x="0" y="-4763"/>
            <a:ext cx="12192000" cy="1371600"/>
          </a:xfrm>
          <a:prstGeom prst="rect">
            <a:avLst/>
          </a:prstGeom>
          <a:solidFill>
            <a:srgbClr val="4FB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47219F-658D-0B3A-5C1A-1E25F9EE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13"/>
            <a:ext cx="10515600" cy="1325563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  <a:latin typeface="Monaco" pitchFamily="2" charset="77"/>
              </a:rPr>
              <a:t>¿POR QUÉ EL NOMBRE?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17C39AD-9705-7DB3-DB3E-1F6C17E6FA2C}"/>
              </a:ext>
            </a:extLst>
          </p:cNvPr>
          <p:cNvSpPr txBox="1"/>
          <p:nvPr/>
        </p:nvSpPr>
        <p:spPr>
          <a:xfrm>
            <a:off x="3050381" y="3244334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A6A20FB1-8B1D-88F6-E6D0-FA6B3DF04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88041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latin typeface="Montserrat" pitchFamily="2" charset="77"/>
              </a:rPr>
              <a:t>La idea original era que fuera una aplicación para personas en silla de ruedas, pero vimos que podíamos ofrecer un servicio a todas las personas con alguna discapacidad.</a:t>
            </a:r>
          </a:p>
          <a:p>
            <a:pPr marL="0" indent="0">
              <a:buNone/>
            </a:pPr>
            <a:endParaRPr lang="es-ES" dirty="0">
              <a:latin typeface="Montserrat" pitchFamily="2" charset="77"/>
            </a:endParaRPr>
          </a:p>
          <a:p>
            <a:pPr marL="0" indent="0">
              <a:buNone/>
            </a:pPr>
            <a:endParaRPr lang="es-ES" dirty="0">
              <a:latin typeface="Montserrat" pitchFamily="2" charset="77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D964BF2-0EB8-7B64-B741-9933560D8C37}"/>
              </a:ext>
            </a:extLst>
          </p:cNvPr>
          <p:cNvSpPr/>
          <p:nvPr/>
        </p:nvSpPr>
        <p:spPr>
          <a:xfrm flipV="1">
            <a:off x="838201" y="1577661"/>
            <a:ext cx="556845" cy="96155"/>
          </a:xfrm>
          <a:prstGeom prst="rect">
            <a:avLst/>
          </a:prstGeom>
          <a:solidFill>
            <a:srgbClr val="4FB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914D3E8-103D-9436-64B9-2B7A14309C49}"/>
              </a:ext>
            </a:extLst>
          </p:cNvPr>
          <p:cNvSpPr txBox="1"/>
          <p:nvPr/>
        </p:nvSpPr>
        <p:spPr>
          <a:xfrm>
            <a:off x="2814641" y="3765475"/>
            <a:ext cx="1042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Monaco" pitchFamily="2" charset="77"/>
              </a:rPr>
              <a:t>WHE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4CDAC8-4DEE-8E0E-0473-B2ABA00AC755}"/>
              </a:ext>
            </a:extLst>
          </p:cNvPr>
          <p:cNvSpPr txBox="1"/>
          <p:nvPr/>
        </p:nvSpPr>
        <p:spPr>
          <a:xfrm>
            <a:off x="7124705" y="3765474"/>
            <a:ext cx="476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Monaco" pitchFamily="2" charset="77"/>
              </a:rPr>
              <a:t>H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38D7C0-A2FB-F72C-8847-96A27ED963AA}"/>
              </a:ext>
            </a:extLst>
          </p:cNvPr>
          <p:cNvSpPr txBox="1"/>
          <p:nvPr/>
        </p:nvSpPr>
        <p:spPr>
          <a:xfrm>
            <a:off x="3624264" y="3765474"/>
            <a:ext cx="2290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Monaco" pitchFamily="2" charset="77"/>
              </a:rPr>
              <a:t>ELCHAIR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87ECCCE-A7C2-499A-37B4-9859A3ED02BB}"/>
              </a:ext>
            </a:extLst>
          </p:cNvPr>
          <p:cNvSpPr txBox="1"/>
          <p:nvPr/>
        </p:nvSpPr>
        <p:spPr>
          <a:xfrm>
            <a:off x="7405690" y="3765474"/>
            <a:ext cx="1533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Monaco" pitchFamily="2" charset="77"/>
              </a:rPr>
              <a:t>ELP</a:t>
            </a:r>
          </a:p>
        </p:txBody>
      </p:sp>
      <p:pic>
        <p:nvPicPr>
          <p:cNvPr id="10" name="Imagen 9" descr="Forma&#10;&#10;Descripción generada automáticamente con confianza baja">
            <a:extLst>
              <a:ext uri="{FF2B5EF4-FFF2-40B4-BE49-F238E27FC236}">
                <a16:creationId xmlns:a16="http://schemas.microsoft.com/office/drawing/2014/main" id="{4E8B1DC6-EAC1-9256-A574-43208AABC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264" y="4203728"/>
            <a:ext cx="4094198" cy="289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17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0.00209 L 0.15534 0.1060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60" y="5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7037E-7 L -0.15547 0.1060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21" y="4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5038D2A-8491-0F9A-96A6-A599AF01F668}"/>
              </a:ext>
            </a:extLst>
          </p:cNvPr>
          <p:cNvSpPr/>
          <p:nvPr/>
        </p:nvSpPr>
        <p:spPr>
          <a:xfrm>
            <a:off x="0" y="-4763"/>
            <a:ext cx="12192000" cy="1371600"/>
          </a:xfrm>
          <a:prstGeom prst="rect">
            <a:avLst/>
          </a:prstGeom>
          <a:solidFill>
            <a:srgbClr val="4FB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47219F-658D-0B3A-5C1A-1E25F9EE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13"/>
            <a:ext cx="10515600" cy="1325563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  <a:latin typeface="Monaco" pitchFamily="2" charset="77"/>
              </a:rPr>
              <a:t>SISTEMA DE SUSCRIPCIÓN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17C39AD-9705-7DB3-DB3E-1F6C17E6FA2C}"/>
              </a:ext>
            </a:extLst>
          </p:cNvPr>
          <p:cNvSpPr txBox="1"/>
          <p:nvPr/>
        </p:nvSpPr>
        <p:spPr>
          <a:xfrm>
            <a:off x="3050381" y="3244334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A6A20FB1-8B1D-88F6-E6D0-FA6B3DF04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1614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dirty="0">
                <a:latin typeface="Montserrat" pitchFamily="2" charset="77"/>
              </a:rPr>
              <a:t>Para sustentar la aplicación hemos pensado utilizar un sistema de suscripción. Los usuarios pagan una cantidad mensual o anual para poder acceder al sistema de ”Ayudantes”. Cada vez que se hace una reserva, se debe abonar una cantidad de dinero por la duración del trayecto</a:t>
            </a:r>
          </a:p>
          <a:p>
            <a:pPr marL="0" indent="0">
              <a:buNone/>
            </a:pPr>
            <a:endParaRPr lang="es-ES" dirty="0">
              <a:latin typeface="Montserrat" pitchFamily="2" charset="77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D964BF2-0EB8-7B64-B741-9933560D8C37}"/>
              </a:ext>
            </a:extLst>
          </p:cNvPr>
          <p:cNvSpPr/>
          <p:nvPr/>
        </p:nvSpPr>
        <p:spPr>
          <a:xfrm flipV="1">
            <a:off x="838201" y="1577661"/>
            <a:ext cx="556845" cy="96155"/>
          </a:xfrm>
          <a:prstGeom prst="rect">
            <a:avLst/>
          </a:prstGeom>
          <a:solidFill>
            <a:srgbClr val="4FB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200A3C3B-53BA-8C53-541E-D803B9DE69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5426050"/>
              </p:ext>
            </p:extLst>
          </p:nvPr>
        </p:nvGraphicFramePr>
        <p:xfrm>
          <a:off x="838199" y="3635374"/>
          <a:ext cx="10515599" cy="2408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Imagen 9" descr="Forma&#10;&#10;Descripción generada automáticamente con confianza baja">
            <a:extLst>
              <a:ext uri="{FF2B5EF4-FFF2-40B4-BE49-F238E27FC236}">
                <a16:creationId xmlns:a16="http://schemas.microsoft.com/office/drawing/2014/main" id="{010D4E37-9AE3-F44C-3D38-85A14FD6CE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9229" y="5875424"/>
            <a:ext cx="1689137" cy="119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2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5038D2A-8491-0F9A-96A6-A599AF01F668}"/>
              </a:ext>
            </a:extLst>
          </p:cNvPr>
          <p:cNvSpPr/>
          <p:nvPr/>
        </p:nvSpPr>
        <p:spPr>
          <a:xfrm>
            <a:off x="0" y="-4763"/>
            <a:ext cx="12192000" cy="1371600"/>
          </a:xfrm>
          <a:prstGeom prst="rect">
            <a:avLst/>
          </a:prstGeom>
          <a:solidFill>
            <a:srgbClr val="4FB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47219F-658D-0B3A-5C1A-1E25F9EE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0813"/>
            <a:ext cx="10748963" cy="1325563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  <a:latin typeface="Monaco" pitchFamily="2" charset="77"/>
              </a:rPr>
              <a:t>DEMO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17C39AD-9705-7DB3-DB3E-1F6C17E6FA2C}"/>
              </a:ext>
            </a:extLst>
          </p:cNvPr>
          <p:cNvSpPr txBox="1"/>
          <p:nvPr/>
        </p:nvSpPr>
        <p:spPr>
          <a:xfrm>
            <a:off x="3050381" y="3244334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A6A20FB1-8B1D-88F6-E6D0-FA6B3DF04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latin typeface="Montserrat" pitchFamily="2" charset="77"/>
              </a:rPr>
              <a:t>A continuación, vamos a hacer una demo de la app en FIGMA.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D964BF2-0EB8-7B64-B741-9933560D8C37}"/>
              </a:ext>
            </a:extLst>
          </p:cNvPr>
          <p:cNvSpPr/>
          <p:nvPr/>
        </p:nvSpPr>
        <p:spPr>
          <a:xfrm flipV="1">
            <a:off x="838201" y="1577661"/>
            <a:ext cx="556845" cy="96155"/>
          </a:xfrm>
          <a:prstGeom prst="rect">
            <a:avLst/>
          </a:prstGeom>
          <a:solidFill>
            <a:srgbClr val="4FB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 descr="Forma&#10;&#10;Descripción generada automáticamente con confianza baja">
            <a:extLst>
              <a:ext uri="{FF2B5EF4-FFF2-40B4-BE49-F238E27FC236}">
                <a16:creationId xmlns:a16="http://schemas.microsoft.com/office/drawing/2014/main" id="{6AF4F983-FAF3-CFC4-371F-0CD41C70D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229" y="5875424"/>
            <a:ext cx="1689137" cy="119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1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</TotalTime>
  <Words>287</Words>
  <Application>Microsoft Macintosh PowerPoint</Application>
  <PresentationFormat>Panorámica</PresentationFormat>
  <Paragraphs>26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Monaco</vt:lpstr>
      <vt:lpstr>Montserrat</vt:lpstr>
      <vt:lpstr>Tema de Office</vt:lpstr>
      <vt:lpstr>Presentación de PowerPoint</vt:lpstr>
      <vt:lpstr>ÍNDICE</vt:lpstr>
      <vt:lpstr>¿QUÉ ES WHEELP?</vt:lpstr>
      <vt:lpstr>¿POR QUÉ EL NOMBRE?</vt:lpstr>
      <vt:lpstr>SISTEMA DE SUSCRIPCIÓN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Álvaro Elguer Fernández</dc:creator>
  <cp:lastModifiedBy>Álvaro Elguer Fernández</cp:lastModifiedBy>
  <cp:revision>1</cp:revision>
  <dcterms:created xsi:type="dcterms:W3CDTF">2024-08-21T11:37:46Z</dcterms:created>
  <dcterms:modified xsi:type="dcterms:W3CDTF">2024-08-21T18:55:27Z</dcterms:modified>
</cp:coreProperties>
</file>